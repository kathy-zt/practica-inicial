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de Monitoreo Bioacústico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Proyecto: Monitoreo de ranas</a:t>
            </a:r>
          </a:p>
          <a:p>
            <a:r>
              <a:t>Tecnologías: Python, InfluxDB, Docker, Grafana</a:t>
            </a:r>
          </a:p>
          <a:p>
            <a:r>
              <a:t>Objetivo: Flujo completo de datos desde ingesta a visualización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Visión General 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Datos (CSV / simulados)</a:t>
            </a:r>
          </a:p>
          <a:p>
            <a:r>
              <a:t>→ Lectura y validación</a:t>
            </a:r>
          </a:p>
          <a:p>
            <a:r>
              <a:t>→ Consolidación / consenso</a:t>
            </a:r>
          </a:p>
          <a:p>
            <a:r>
              <a:t>→ Persistencia (InfluxDB + Docker)</a:t>
            </a:r>
          </a:p>
          <a:p>
            <a:r>
              <a:t>→ Visualización (Grafana)</a:t>
            </a:r>
          </a:p>
          <a:p>
            <a:r>
              <a:t>→ Usuario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1: Generación / Ingesta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Datos simulados o CSV reales</a:t>
            </a:r>
          </a:p>
          <a:p>
            <a:r>
              <a:t>Incluyen timestamp, ubicación, tipo de rana, frecuencia</a:t>
            </a:r>
          </a:p>
          <a:p>
            <a:r>
              <a:t>Python realiza la lectura inicial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2: Consolidación / Consenso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Agrupación por ventanas temporales</a:t>
            </a:r>
          </a:p>
          <a:p>
            <a:r>
              <a:t>Promedios de frecuencia</a:t>
            </a:r>
          </a:p>
          <a:p>
            <a:r>
              <a:t>Suma de llamadas</a:t>
            </a:r>
          </a:p>
          <a:p>
            <a:r>
              <a:t>Selección de tipo dominante</a:t>
            </a:r>
          </a:p>
          <a:p>
            <a:r>
              <a:t>Reglas simples y explicables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3: Persistencia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InfluxDB como base de series temporales</a:t>
            </a:r>
          </a:p>
          <a:p>
            <a:r>
              <a:t>Docker con volúmenes para persistencia</a:t>
            </a:r>
          </a:p>
          <a:p>
            <a:r>
              <a:t>Datos sobreviven reinicios del contenedor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4: Visualización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Grafana consulta InfluxDB</a:t>
            </a:r>
          </a:p>
          <a:p>
            <a:r>
              <a:t>Dashboards con filtros por tiempo y tipo</a:t>
            </a:r>
          </a:p>
          <a:p>
            <a:r>
              <a:t>Gráficos y tablas dinámicas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Separación de Responsabilidades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Python: ingesta y procesamiento</a:t>
            </a:r>
          </a:p>
          <a:p>
            <a:r>
              <a:t>InfluxDB: almacenamiento temporal</a:t>
            </a:r>
          </a:p>
          <a:p>
            <a:r>
              <a:t>Grafana: visualización</a:t>
            </a:r>
          </a:p>
          <a:p>
            <a:r>
              <a:t>Arquitectura desacoplada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Actual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funcional</a:t>
            </a:r>
          </a:p>
          <a:p>
            <a:r>
              <a:t>Persistencia comprobada</a:t>
            </a:r>
          </a:p>
          <a:p>
            <a:r>
              <a:t>Datos visibles en Grafana</a:t>
            </a:r>
          </a:p>
          <a:p>
            <a:r>
              <a:t>Base lista para extensión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Posibles Extensiones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web para usuarios</a:t>
            </a:r>
          </a:p>
          <a:p>
            <a:r>
              <a:t>Integración con Elasticsearch</a:t>
            </a:r>
          </a:p>
          <a:p>
            <a:r>
              <a:t>Alertas automáticas</a:t>
            </a:r>
          </a:p>
          <a:p>
            <a:r>
              <a:t>Datos reales desde sensores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completo y escalable</a:t>
            </a:r>
          </a:p>
          <a:p>
            <a:r>
              <a:t>Apto para datos reales</a:t>
            </a:r>
          </a:p>
          <a:p>
            <a:r>
              <a:t>Diseño alineado a sistemas reales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